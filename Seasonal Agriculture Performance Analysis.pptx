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ab7/seasonal-agriculture-performance-study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829165"/>
            <a:ext cx="3763007" cy="834534"/>
          </a:xfr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</a:rPr>
              <a:t>Surab Ghosh</a:t>
            </a:r>
          </a:p>
          <a:p>
            <a:pPr algn="l"/>
            <a:r>
              <a:rPr sz="2400" dirty="0">
                <a:solidFill>
                  <a:schemeClr val="tx1"/>
                </a:solidFill>
              </a:rPr>
              <a:t>Chandigarh University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Seasonal Performance Study of Indian Farms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660464"/>
            <a:ext cx="68989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AICTE STU ID :</a:t>
            </a:r>
            <a:r>
              <a:rPr lang="en-IN" sz="2200" b="1" dirty="0"/>
              <a:t>STU6a6b11df67ddd1785401823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4040052"/>
          </a:xfrm>
        </p:spPr>
        <p:txBody>
          <a:bodyPr vert="horz" wrap="square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00000"/>
              </a:lnSpc>
            </a:pPr>
            <a:r>
              <a:rPr lang="en-IN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>
              <a:lnSpc>
                <a:spcPct val="100000"/>
              </a:lnSpc>
            </a:pPr>
            <a:r>
              <a:rPr lang="en-IN" sz="2200" dirty="0"/>
              <a:t>The problem is to analyse the given agricultural dataset and investigate seasonal differences in agricultural performance by identifying meaningful patterns, trends, relationships and variations within the available data.</a:t>
            </a:r>
            <a:endParaRPr sz="2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602" y="1700000"/>
            <a:ext cx="83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An independent data-analytics investigation of the Seasonal Agriculture Performance dataset (4,000 records; 8 states, 8 crops, 3 seasons), built around four guiding questions rather than a generic column-by-column scan.</a:t>
            </a:r>
          </a:p>
          <a:p>
            <a:pPr>
              <a:spcBef>
                <a:spcPts val="1600"/>
              </a:spcBef>
            </a:pPr>
            <a:r>
              <a:rPr sz="2000" dirty="0"/>
              <a:t>Covers data cleaning, univariate/bivariate/multivariate analysis and three original follow-up investigations - state-level consistency, farm-size effects, and crop-by-season disease risk - concluding in evidence-based findings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814079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dirty="0"/>
              <a:t>Farmers and farmer groups planning crop and irrigation choices by season</a:t>
            </a:r>
            <a:endParaRPr lang="en-IN" sz="3600" dirty="0"/>
          </a:p>
          <a:p>
            <a:r>
              <a:rPr dirty="0"/>
              <a:t>State agriculture departments and extension officers</a:t>
            </a:r>
          </a:p>
          <a:p>
            <a:r>
              <a:rPr dirty="0"/>
              <a:t>Agri-fintech and crop-insurance providers assessing seasonal risk</a:t>
            </a:r>
          </a:p>
          <a:p>
            <a:r>
              <a:rPr dirty="0"/>
              <a:t>Agricultural researchers and students studying seasonal patterns</a:t>
            </a:r>
          </a:p>
          <a:p>
            <a:r>
              <a:rPr dirty="0"/>
              <a:t>Policy planners designing state- and season-specific advisories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 wrap="square"/>
          <a:lstStyle/>
          <a:p>
            <a:r>
              <a:rPr sz="1800" dirty="0"/>
              <a:t>Python 3 (Google </a:t>
            </a:r>
            <a:r>
              <a:rPr sz="1800" dirty="0" err="1"/>
              <a:t>Colab</a:t>
            </a:r>
            <a:r>
              <a:rPr sz="1800" dirty="0"/>
              <a:t> / Jupyter Notebook)</a:t>
            </a:r>
            <a:endParaRPr lang="en-IN" dirty="0"/>
          </a:p>
          <a:p>
            <a:r>
              <a:rPr sz="1800" dirty="0"/>
              <a:t>Pandas &amp; NumPy - data cleaning and analysis</a:t>
            </a:r>
          </a:p>
          <a:p>
            <a:r>
              <a:rPr sz="1800" dirty="0"/>
              <a:t>Matplotlib &amp; Seaborn - data visualization</a:t>
            </a:r>
          </a:p>
          <a:p>
            <a:r>
              <a:rPr sz="1800" dirty="0"/>
              <a:t>Dataset: 4,000 seasonal farm records (CSV)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1000000" cy="7500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t>State x season yield heatmap: Tamil Nadu ranks consistently mid-table every season; Punjab swings from #1 (Rabi) to last (Kharif).</a:t>
            </a:r>
            <a:endParaRPr lang="en-IN" dirty="0"/>
          </a:p>
        </p:txBody>
      </p:sp>
      <p:pic>
        <p:nvPicPr>
          <p:cNvPr id="31" name="Picture 30" descr="cell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244" y="2200000"/>
            <a:ext cx="8253512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1000000" cy="750000"/>
          </a:xfrm>
        </p:spPr>
        <p:txBody>
          <a:bodyPr wrap="square"/>
          <a:lstStyle/>
          <a:p>
            <a:pPr marL="0" indent="0">
              <a:buNone/>
            </a:pPr>
            <a:r>
              <a:t>Disease/pest risk by crop and season: risk concentrates heavily in Kharif, peaking with Wheat (~55.6%).</a:t>
            </a:r>
            <a:endParaRPr lang="en-IN" dirty="0"/>
          </a:p>
        </p:txBody>
      </p:sp>
      <p:pic>
        <p:nvPicPr>
          <p:cNvPr id="31" name="Picture 30" descr="cell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743" y="2200000"/>
            <a:ext cx="5750513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1000000" cy="750000"/>
          </a:xfrm>
        </p:spPr>
        <p:txBody>
          <a:bodyPr wrap="square"/>
          <a:lstStyle/>
          <a:p>
            <a:pPr marL="0" indent="0">
              <a:buNone/>
            </a:pPr>
            <a:r>
              <a:t>Crop x season yield heatmap: Sugarcane sits on a completely different scale (38-53 t/ha) than every other crop.</a:t>
            </a:r>
            <a:endParaRPr lang="en-IN" dirty="0"/>
          </a:p>
        </p:txBody>
      </p:sp>
      <p:pic>
        <p:nvPicPr>
          <p:cNvPr id="31" name="Picture 30" descr="cell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284" y="2200000"/>
            <a:ext cx="5647431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1000000" cy="750000"/>
          </a:xfrm>
        </p:spPr>
        <p:txBody>
          <a:bodyPr wrap="square"/>
          <a:lstStyle/>
          <a:p>
            <a:pPr marL="0" indent="0">
              <a:buNone/>
            </a:pPr>
            <a:r>
              <a:t>Farm-size groups: average profit rises sharply with farm size, but yield per hectare stays roughly flat - profit scales mainly through land area.</a:t>
            </a:r>
            <a:endParaRPr lang="en-IN" dirty="0"/>
          </a:p>
        </p:txBody>
      </p:sp>
      <p:pic>
        <p:nvPicPr>
          <p:cNvPr id="31" name="Picture 30" descr="cell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200000"/>
            <a:ext cx="9600000" cy="361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1000000" cy="750000"/>
          </a:xfrm>
        </p:spPr>
        <p:txBody>
          <a:bodyPr wrap="square"/>
          <a:lstStyle/>
          <a:p>
            <a:pPr marL="0" indent="0">
              <a:buNone/>
            </a:pPr>
            <a:r>
              <a:t>Drip irrigation delivers the highest average yield among the four irrigation methods studied.</a:t>
            </a:r>
            <a:endParaRPr lang="en-IN" dirty="0"/>
          </a:p>
        </p:txBody>
      </p:sp>
      <p:pic>
        <p:nvPicPr>
          <p:cNvPr id="31" name="Picture 30" descr="cell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140" y="2200000"/>
            <a:ext cx="7853719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675957" y="1350000"/>
            <a:ext cx="10800000" cy="48000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/>
              <a:t>Extend to a multi-year dataset to test whether these seasonal patterns are stable trends or specific to a single snapshot in time.</a:t>
            </a:r>
            <a:endParaRPr lang="en-GB" sz="2000" dirty="0"/>
          </a:p>
          <a:p>
            <a:r>
              <a:rPr sz="1800"/>
              <a:t>Investigate why Zaid underperforms in more depth - water access, heat stress and cost structure could each be tested separately.</a:t>
            </a:r>
          </a:p>
          <a:p>
            <a:r>
              <a:rPr sz="1800"/>
              <a:t>Study why Punjab and Tamil Nadu diverge so sharply in seasonal behaviour, to build genuinely state-specific advisories.</a:t>
            </a:r>
          </a:p>
          <a:p>
            <a:r>
              <a:rPr sz="1800"/>
              <a:t>Pilot a controlled comparison of irrigation methods within the same crop and state to isolate irrigation's real effect on yield.</a:t>
            </a:r>
          </a:p>
          <a:p>
            <a:r>
              <a:rPr sz="1800"/>
              <a:t>Turn the crop x season risk heatmap into a live monitoring dashboard for extension officers ahead of high-risk periods.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172104" y="1341449"/>
            <a:ext cx="10800000" cy="12000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dirty="0"/>
              <a:t>Repository: </a:t>
            </a:r>
            <a:r>
              <a:rPr lang="en-IN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https://github.com/surab7/seasonal-agriculture-performance-study</a:t>
            </a:r>
            <a:r>
              <a:rPr lang="en-IN" sz="2000" dirty="0">
                <a:solidFill>
                  <a:srgbClr val="3FCDE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.git</a:t>
            </a:r>
            <a:endParaRPr lang="en-GB" sz="2000" dirty="0"/>
          </a:p>
          <a:p>
            <a:endParaRPr lang="en-GB" sz="2000" dirty="0"/>
          </a:p>
          <a:p>
            <a:endParaRPr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9EE8A4-9936-7498-C081-9C53B7ECA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85" y="1446245"/>
            <a:ext cx="7302577" cy="489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736</TotalTime>
  <Words>513</Words>
  <Application>Microsoft Office PowerPoint</Application>
  <PresentationFormat>Widescreen</PresentationFormat>
  <Paragraphs>45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Performance Study of Indian Farms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Aniket Daw</cp:lastModifiedBy>
  <cp:revision>100</cp:revision>
  <dcterms:created xsi:type="dcterms:W3CDTF">2021-07-11T13:13:15Z</dcterms:created>
  <dcterms:modified xsi:type="dcterms:W3CDTF">2026-09-09T09:27:06Z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